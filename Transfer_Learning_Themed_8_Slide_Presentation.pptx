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Transfer Learning for Image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6E6E6"/>
                </a:solidFill>
              </a:defRPr>
            </a:pPr>
            <a:r>
              <a:t>Hackathon Project – Dataset 2 (Reduced CIFAR-10)</a:t>
            </a:r>
          </a:p>
          <a:p>
            <a:pPr>
              <a:defRPr sz="1600">
                <a:solidFill>
                  <a:srgbClr val="E6E6E6"/>
                </a:solidFill>
              </a:defRPr>
            </a:pP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Aim: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Build an image classifier using transfer learning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Evaluate model performance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Compare generative AI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Dataset &amp;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6E6"/>
                </a:solidFill>
              </a:defRPr>
            </a:pPr>
            <a:r>
              <a:t>• Reduced CIFAR-10 dataset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Classes: airplane, automobile, bird, cat, dog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Balanced: 1,000 images per class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32×32 RGB images resized to 224×224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Challenge: low resolution &amp; similar animal classes</a:t>
            </a:r>
          </a:p>
        </p:txBody>
      </p:sp>
      <p:pic>
        <p:nvPicPr>
          <p:cNvPr id="5" name="Picture 4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657600" cy="21977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Methodology: Transfer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6E6"/>
                </a:solidFill>
              </a:defRPr>
            </a:pPr>
            <a:r>
              <a:t>• Used EfficientNetB0 pre-trained on ImageNet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Reused learned visual features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Faster training &amp; better generalisation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Ideal for hackathon constraints</a:t>
            </a:r>
          </a:p>
        </p:txBody>
      </p:sp>
      <p:pic>
        <p:nvPicPr>
          <p:cNvPr id="5" name="Picture 4" descr="downloa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657600" cy="3439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Model Architecture &amp;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6E6"/>
                </a:solidFill>
              </a:defRPr>
            </a:pPr>
            <a:r>
              <a:t>• EfficientNetB0 as feature extractor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Global Average Pooling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Dense + Dropout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Softmax output (5 classes)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Data augmentation &amp; early stopping</a:t>
            </a:r>
          </a:p>
        </p:txBody>
      </p:sp>
      <p:pic>
        <p:nvPicPr>
          <p:cNvPr id="5" name="Picture 4" descr="download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657600" cy="23109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Stage 1 vs Stage 2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6E6"/>
                </a:solidFill>
              </a:defRPr>
            </a:pPr>
            <a:r>
              <a:t>Stage 1 (Frozen base):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Validation accuracy: 93.46%</a:t>
            </a:r>
          </a:p>
          <a:p>
            <a:pPr>
              <a:defRPr sz="1600">
                <a:solidFill>
                  <a:srgbClr val="E6E6E6"/>
                </a:solidFill>
              </a:defRPr>
            </a:pP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Stage 2 (Fine-tuned):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Validation accuracy: 95.62%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Improvement: +2.16%</a:t>
            </a:r>
          </a:p>
        </p:txBody>
      </p:sp>
      <p:pic>
        <p:nvPicPr>
          <p:cNvPr id="5" name="Picture 4" descr="download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657600" cy="23109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Test Set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6E6"/>
                </a:solidFill>
              </a:defRPr>
            </a:pPr>
            <a:r>
              <a:t>• Test accuracy: 95.4%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Macro F1-score: 0.95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Airplane &amp; automobile: near-perfect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Cat &amp; dog: most confusion</a:t>
            </a:r>
          </a:p>
        </p:txBody>
      </p:sp>
      <p:pic>
        <p:nvPicPr>
          <p:cNvPr id="5" name="Picture 4" descr="download 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657600" cy="23109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Random Predictions &amp; 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6E6"/>
                </a:solidFill>
              </a:defRPr>
            </a:pPr>
            <a:r>
              <a:t>• Majority of random samples classified correctly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Errors mainly between cat and dog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Errors caused by visual similarity, not instability</a:t>
            </a:r>
          </a:p>
        </p:txBody>
      </p:sp>
      <p:pic>
        <p:nvPicPr>
          <p:cNvPr id="5" name="Picture 4" descr="download 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657600" cy="31549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AI Tools, 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6E6"/>
                </a:solidFill>
              </a:defRPr>
            </a:pPr>
            <a:r>
              <a:t>AI Tools: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ChatGPT – structure &amp; explanations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Copilot – fast coding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Gemini &amp; DeepSeek – conceptual support</a:t>
            </a:r>
          </a:p>
          <a:p>
            <a:pPr>
              <a:defRPr sz="1600">
                <a:solidFill>
                  <a:srgbClr val="E6E6E6"/>
                </a:solidFill>
              </a:defRPr>
            </a:pP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Conclusion: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Transfer learning highly effective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Fine-tuning improved accuracy</a:t>
            </a:r>
          </a:p>
          <a:p>
            <a:pPr>
              <a:defRPr sz="1600">
                <a:solidFill>
                  <a:srgbClr val="E6E6E6"/>
                </a:solidFill>
              </a:defRPr>
            </a:pP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Future Work: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Try other architectures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• Higher-resolution data</a:t>
            </a:r>
          </a:p>
        </p:txBody>
      </p:sp>
      <p:pic>
        <p:nvPicPr>
          <p:cNvPr id="5" name="Picture 4" descr="download (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657600" cy="2612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